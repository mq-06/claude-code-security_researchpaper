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3604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C23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365760"/>
            <a:ext cx="20116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1143000"/>
            <a:ext cx="20116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1920240"/>
            <a:ext cx="20116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2697480"/>
            <a:ext cx="20116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0" y="3474720"/>
            <a:ext cx="20116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4251960"/>
            <a:ext cx="20116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640080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0" y="137160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0" y="21945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2926080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365760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1920240"/>
            <a:ext cx="914400" cy="914400"/>
          </a:xfrm>
          <a:prstGeom prst="rect">
            <a:avLst/>
          </a:prstGeom>
          <a:solidFill>
            <a:srgbClr val="0A0E1A"/>
          </a:solidFill>
          <a:ln w="19050">
            <a:solidFill>
              <a:srgbClr val="00D4FF"/>
            </a:solidFill>
            <a:prstDash val="solid"/>
          </a:ln>
          <a:effectLst>
            <a:outerShdw blurRad="1524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8952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274320" y="502920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5029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8600" y="86868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228600" y="2423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vs. Traditional SAST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28600" y="292608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Analysis of AI-Based and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Vulnerability Detection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" y="3630168"/>
            <a:ext cx="59436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794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Qadeem   ·   BITF22M006   ·   PUCIT, Lahore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" y="40690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   ·   20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Paper Covers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1005840"/>
          </a:xfrm>
          <a:prstGeom prst="rect">
            <a:avLst/>
          </a:prstGeom>
          <a:solidFill>
            <a:srgbClr val="1C23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4572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5272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234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SAST tools miss most vulnerabilities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4114800" cy="1005840"/>
          </a:xfrm>
          <a:prstGeom prst="rect">
            <a:avLst/>
          </a:prstGeom>
          <a:solidFill>
            <a:srgbClr val="1C23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31720"/>
            <a:ext cx="4572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4144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on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Vulpy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controlled original test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4114800" cy="1005840"/>
          </a:xfrm>
          <a:prstGeom prst="rect">
            <a:avLst/>
          </a:prstGeom>
          <a:solidFill>
            <a:srgbClr val="1C23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520440"/>
            <a:ext cx="4572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3016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6118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023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LLM-based scanning works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1143000"/>
            <a:ext cx="4114800" cy="1005840"/>
          </a:xfrm>
          <a:prstGeom prst="rect">
            <a:avLst/>
          </a:prstGeom>
          <a:solidFill>
            <a:srgbClr val="1C23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143000"/>
            <a:ext cx="4572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25272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4960" y="1234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1645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performance across bug classes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331720"/>
            <a:ext cx="4114800" cy="1005840"/>
          </a:xfrm>
          <a:prstGeom prst="rect">
            <a:avLst/>
          </a:prstGeom>
          <a:solidFill>
            <a:srgbClr val="1C23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331720"/>
            <a:ext cx="4572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44144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94960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CIA Triad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Code's own security risks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520440"/>
            <a:ext cx="4114800" cy="1005840"/>
          </a:xfrm>
          <a:prstGeom prst="rect">
            <a:avLst/>
          </a:prstGeom>
          <a:solidFill>
            <a:srgbClr val="1C23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520440"/>
            <a:ext cx="4572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63016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94960" y="36118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4023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 does what — and why use both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SAST Tools Are Not Enough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468880" cy="1325880"/>
          </a:xfrm>
          <a:prstGeom prst="rect">
            <a:avLst/>
          </a:prstGeom>
          <a:solidFill>
            <a:srgbClr val="1C2333"/>
          </a:solidFill>
          <a:ln w="19050">
            <a:solidFill>
              <a:srgbClr val="EF4444"/>
            </a:solidFill>
            <a:prstDash val="solid"/>
          </a:ln>
          <a:effectLst>
            <a:outerShdw blurRad="177800" dist="50800" dir="16200000" algn="bl" rotWithShape="0">
              <a:srgbClr val="EF4444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16152"/>
            <a:ext cx="246888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38.8%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1912010"/>
            <a:ext cx="24688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Detection 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SAST tools on 502 Java CVEs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(Bennett et al., 2024)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2468880" cy="1325880"/>
          </a:xfrm>
          <a:prstGeom prst="rect">
            <a:avLst/>
          </a:prstGeom>
          <a:solidFill>
            <a:srgbClr val="1C2333"/>
          </a:solidFill>
          <a:ln w="19050">
            <a:solidFill>
              <a:srgbClr val="F59E0B"/>
            </a:solidFill>
            <a:prstDash val="solid"/>
          </a:ln>
          <a:effectLst>
            <a:outerShdw blurRad="177800" dist="50800" dir="16200000" algn="bl" rotWithShape="0">
              <a:srgbClr val="F59E0B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216152"/>
            <a:ext cx="246888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67%+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37560" y="1912010"/>
            <a:ext cx="24688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False Positive 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SAST in default config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(Secuarden, 2025)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143000"/>
            <a:ext cx="2468880" cy="1325880"/>
          </a:xfrm>
          <a:prstGeom prst="rect">
            <a:avLst/>
          </a:prstGeom>
          <a:solidFill>
            <a:srgbClr val="1C2333"/>
          </a:solidFill>
          <a:ln w="19050">
            <a:solidFill>
              <a:srgbClr val="EF4444"/>
            </a:solidFill>
            <a:prstDash val="solid"/>
          </a:ln>
          <a:effectLst>
            <a:outerShdw blurRad="177800" dist="50800" dir="16200000" algn="bl" rotWithShape="0">
              <a:srgbClr val="EF4444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216152"/>
            <a:ext cx="246888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1912010"/>
            <a:ext cx="24688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Bug Detection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flaws — no rule can match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check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8412480" cy="91440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  <a:effectLst>
            <a:outerShdw blurRad="127000" dist="50800" dir="16200000" algn="bl" rotWithShape="0">
              <a:srgbClr val="EF4444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51760"/>
            <a:ext cx="4572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066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29718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Logic-level bugs like missing session signing or absent rate limiting have NO syntactic trace. No pattern-matching rule can detect code that was never written — this is a structural limitation, not a configuration problem.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4114800" cy="960120"/>
          </a:xfrm>
          <a:prstGeom prst="rect">
            <a:avLst/>
          </a:prstGeom>
          <a:solidFill>
            <a:srgbClr val="1C23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SYNTACTIC BUGS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114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Pattern-visible in code structure. SAST tools can match them with rules.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3749040"/>
            <a:ext cx="4114800" cy="960120"/>
          </a:xfrm>
          <a:prstGeom prst="rect">
            <a:avLst/>
          </a:prstGeom>
          <a:solidFill>
            <a:srgbClr val="1C2333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BUGS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4114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 only as absent logic. No code to pattern-match. SAST is blind here.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Different Approaches to Security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3657600"/>
          </a:xfrm>
          <a:prstGeom prst="rect">
            <a:avLst/>
          </a:prstGeom>
          <a:solidFill>
            <a:srgbClr val="1C23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4023360" cy="36576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SAST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53619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code into Abstract Syntax Trees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057400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02082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control-flow &amp; data-flow graphs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542032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50545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patterns from known vulnerability signatures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026664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99008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SonarQube (6,000+ rules), CodeQL, Semgrep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511296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47472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deterministic, free at basic tier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995928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95935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SQL injection, hardcoded secrets, insecure calls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4023360" cy="3657600"/>
          </a:xfrm>
          <a:prstGeom prst="rect">
            <a:avLst/>
          </a:prstGeom>
          <a:solidFill>
            <a:srgbClr val="1C233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11556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Security (LLM)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1572768"/>
            <a:ext cx="109728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153619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Claude Opus 4.6 model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2057400"/>
            <a:ext cx="109728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202082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source files, Git history, config files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2542032"/>
            <a:ext cx="109728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250545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about program behaviour — not just patterns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026664"/>
            <a:ext cx="109728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299008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verification pass before surfacing findings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3511296"/>
            <a:ext cx="109728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347472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human approval before any patch is applied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3995928"/>
            <a:ext cx="109728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395935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Feb 2026 — found 500+ bugs in open-source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Semgrep 1.159.0 on Vulpy — Controlled Test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56032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 Setup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Semgrep 1.159.0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vulpy (github.com/fportantier/vulpy)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Community-maintained (offline mode)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truth: vulpy README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08960" y="1097280"/>
            <a:ext cx="256032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170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 Why Vulpy?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148132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maintained Flask/Python app used in OWASP training. Vulnerabilities documented independently — eliminates experimenter bias.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84124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61488"/>
            <a:ext cx="30175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Vulnerability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0" y="2761488"/>
            <a:ext cx="11887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CWE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0" y="2761488"/>
            <a:ext cx="20116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0" y="2761488"/>
            <a:ext cx="19202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035808"/>
            <a:ext cx="8412480" cy="320040"/>
          </a:xfrm>
          <a:prstGeom prst="rect">
            <a:avLst/>
          </a:prstGeom>
          <a:solidFill>
            <a:srgbClr val="1C2333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54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0" y="30540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CWE-89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3054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0" y="30540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YES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374136"/>
            <a:ext cx="8412480" cy="320040"/>
          </a:xfrm>
          <a:prstGeom prst="rect">
            <a:avLst/>
          </a:prstGeom>
          <a:solidFill>
            <a:srgbClr val="11182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92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Deserialization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74720" y="3392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CWE-502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3392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0" y="3392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YES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712464"/>
            <a:ext cx="8412480" cy="320040"/>
          </a:xfrm>
          <a:prstGeom prst="rect">
            <a:avLst/>
          </a:prstGeom>
          <a:solidFill>
            <a:srgbClr val="1C2333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74720" y="3730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CWE-798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0" y="3730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0" y="3730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YES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050792"/>
            <a:ext cx="8412480" cy="320040"/>
          </a:xfrm>
          <a:prstGeom prst="rect">
            <a:avLst/>
          </a:prstGeom>
          <a:solidFill>
            <a:srgbClr val="11182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069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74720" y="4069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CWE-79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NO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389120"/>
            <a:ext cx="8412480" cy="320040"/>
          </a:xfrm>
          <a:prstGeom prst="rect">
            <a:avLst/>
          </a:prstGeom>
          <a:solidFill>
            <a:srgbClr val="1C2333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407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Impersonation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74720" y="44074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CWE-287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0" y="4407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5800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NO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4727448"/>
            <a:ext cx="8412480" cy="320040"/>
          </a:xfrm>
          <a:prstGeom prst="rect">
            <a:avLst/>
          </a:prstGeom>
          <a:solidFill>
            <a:srgbClr val="11182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745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Bypass (No Rate Limit)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474720" y="47457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CWE-307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54880" y="47457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858000" y="47457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NO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Numbers Show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51760" cy="1234440"/>
          </a:xfrm>
          <a:prstGeom prst="rect">
            <a:avLst/>
          </a:prstGeom>
          <a:solidFill>
            <a:srgbClr val="1C2333"/>
          </a:solidFill>
          <a:ln w="19050">
            <a:solidFill>
              <a:srgbClr val="F59E0B"/>
            </a:solidFill>
            <a:prstDash val="solid"/>
          </a:ln>
          <a:effectLst>
            <a:outerShdw blurRad="177800" dist="50800" dir="16200000" algn="bl" rotWithShape="0">
              <a:srgbClr val="F59E0B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16152"/>
            <a:ext cx="26517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1858975"/>
            <a:ext cx="26517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True Positive 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6 vulnerabilities detected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51760" cy="1234440"/>
          </a:xfrm>
          <a:prstGeom prst="rect">
            <a:avLst/>
          </a:prstGeom>
          <a:solidFill>
            <a:srgbClr val="1C2333"/>
          </a:solidFill>
          <a:ln w="19050">
            <a:solidFill>
              <a:srgbClr val="10B981"/>
            </a:solidFill>
            <a:prstDash val="solid"/>
          </a:ln>
          <a:effectLst>
            <a:outerShdw blurRad="177800" dist="50800" dir="16200000" algn="bl" rotWithShape="0">
              <a:srgbClr val="10B981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216152"/>
            <a:ext cx="26517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46120" y="1858975"/>
            <a:ext cx="26517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 TPR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 pattern-matchable bugs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651760" cy="1234440"/>
          </a:xfrm>
          <a:prstGeom prst="rect">
            <a:avLst/>
          </a:prstGeom>
          <a:solidFill>
            <a:srgbClr val="1C2333"/>
          </a:solidFill>
          <a:ln w="19050">
            <a:solidFill>
              <a:srgbClr val="EF4444"/>
            </a:solidFill>
            <a:prstDash val="solid"/>
          </a:ln>
          <a:effectLst>
            <a:outerShdw blurRad="177800" dist="50800" dir="16200000" algn="bl" rotWithShape="0">
              <a:srgbClr val="EF4444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216152"/>
            <a:ext cx="26517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1858975"/>
            <a:ext cx="26517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TPR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2 logic-level bugs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impossibility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4023360" cy="2194560"/>
          </a:xfrm>
          <a:prstGeom prst="rect">
            <a:avLst/>
          </a:prstGeom>
          <a:solidFill>
            <a:srgbClr val="1C23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XSS Was Missed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97180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XSS bug used inline concatenation inside a function argument — a slightly different structure than what the offline rule expected.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shows that even syntactic bugs are sensitive to exactly how code is expressed, not just what it does.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560320"/>
            <a:ext cx="4023360" cy="2194560"/>
          </a:xfrm>
          <a:prstGeom prst="rect">
            <a:avLst/>
          </a:prstGeom>
          <a:solidFill>
            <a:srgbClr val="1C2333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6334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Semantic Bugs Are Impossible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97180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impersonation = cookie stored as plain username (no HMAC signing).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bypass = no rate limit on login endpoint.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nothing to write a rule against — no rule can match code that was never written.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Independent Evaluation vs. Vendor Claims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749040" cy="1828800"/>
          </a:xfrm>
          <a:prstGeom prst="rect">
            <a:avLst/>
          </a:prstGeom>
          <a:solidFill>
            <a:srgbClr val="1C23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Claims (Anthropic)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bugs found in open-source projects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bugs fuzzing missed despite 100% code coverage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These are selected success stories, not a systematic benchmark.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097280"/>
            <a:ext cx="4480560" cy="1828800"/>
          </a:xfrm>
          <a:prstGeom prst="rect">
            <a:avLst/>
          </a:prstGeom>
          <a:solidFill>
            <a:srgbClr val="1C233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1704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Independent Eval. (Semgrep Inc.)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34840" y="148132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Claude Code v1.0.32 on 11 real Python web apps (Sep 2025)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34840" y="18288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34840" y="221284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TPR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513832" y="18288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513832" y="221284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(logic bugs)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92824" y="18288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92824" y="221284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671816" y="18288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71816" y="221284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090672"/>
            <a:ext cx="8412480" cy="1691640"/>
          </a:xfrm>
          <a:prstGeom prst="rect">
            <a:avLst/>
          </a:prstGeom>
          <a:solidFill>
            <a:srgbClr val="100A1A"/>
          </a:solidFill>
          <a:ln w="12700">
            <a:solidFill>
              <a:srgbClr val="7C3AED"/>
            </a:solidFill>
            <a:prstDash val="solid"/>
          </a:ln>
          <a:effectLst>
            <a:outerShdw blurRad="127000" dist="50800" dir="16200000" algn="bl" rotWithShape="0">
              <a:srgbClr val="7C3AED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1638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Non-Determinism Problem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4564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· Same prompt · No changes between runs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37673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1: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80160" y="37673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findings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37673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2: 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0" y="37673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findings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37673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3: 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66560" y="37673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findings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Cannot produce reproducible, auditable results for compliance workflows.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SAST Tools vs. Claude Code Security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393192"/>
          </a:xfrm>
          <a:prstGeom prst="rect">
            <a:avLst/>
          </a:prstGeom>
          <a:solidFill>
            <a:srgbClr val="1E3A5F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338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113385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SAST Tools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640" y="11338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Security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27048"/>
            <a:ext cx="8412480" cy="393192"/>
          </a:xfrm>
          <a:prstGeom prst="rect">
            <a:avLst/>
          </a:prstGeom>
          <a:solidFill>
            <a:srgbClr val="1C2333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636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Bug Class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156362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 patterns only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63640" y="15636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/ logic-level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956816"/>
            <a:ext cx="8412480" cy="393192"/>
          </a:xfrm>
          <a:prstGeom prst="rect">
            <a:avLst/>
          </a:prstGeom>
          <a:solidFill>
            <a:srgbClr val="11182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933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Deterministic?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199339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 — always same output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63640" y="19933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— varies run to run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386584"/>
            <a:ext cx="8412480" cy="393192"/>
          </a:xfrm>
          <a:prstGeom prst="rect">
            <a:avLst/>
          </a:prstGeom>
          <a:solidFill>
            <a:srgbClr val="1C2333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231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242316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CI pipeline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63640" y="24231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Cloud-only (API required)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816352"/>
            <a:ext cx="8412480" cy="393192"/>
          </a:xfrm>
          <a:prstGeom prst="rect">
            <a:avLst/>
          </a:prstGeom>
          <a:solidFill>
            <a:srgbClr val="11182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529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Detection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91840" y="285292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28529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(independent eval)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246120"/>
            <a:ext cx="8412480" cy="393192"/>
          </a:xfrm>
          <a:prstGeom prst="rect">
            <a:avLst/>
          </a:prstGeom>
          <a:solidFill>
            <a:srgbClr val="1C2333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826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TPR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91840" y="328269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63640" y="32826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(independent eval)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675888"/>
            <a:ext cx="8412480" cy="393192"/>
          </a:xfrm>
          <a:prstGeom prst="rect">
            <a:avLst/>
          </a:prstGeom>
          <a:solidFill>
            <a:srgbClr val="11182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124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91840" y="371246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60–75% (production)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63640" y="37124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(independent eval)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105656"/>
            <a:ext cx="8412480" cy="393192"/>
          </a:xfrm>
          <a:prstGeom prst="rect">
            <a:avLst/>
          </a:prstGeom>
          <a:solidFill>
            <a:srgbClr val="1C2333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1422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/ Compliance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91840" y="41422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63640" y="41422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535424"/>
            <a:ext cx="8412480" cy="393192"/>
          </a:xfrm>
          <a:prstGeom prst="rect">
            <a:avLst/>
          </a:prstGeom>
          <a:solidFill>
            <a:srgbClr val="11182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5720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Risk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91840" y="457200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63640" y="4572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Yes — via repo comments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CIA Triad — Claude Code's Own Attack Surface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640080" cy="640080"/>
          </a:xfrm>
          <a:prstGeom prst="ellipse">
            <a:avLst/>
          </a:prstGeom>
          <a:solidFill>
            <a:srgbClr val="EF4444">
              <a:alpha val="25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1521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14264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CVE-2025-52882 (CVSS 8.8)</a:t>
            </a:r>
            <a:endParaRPr lang="en-US" sz="950" dirty="0">
              <a:solidFill>
                <a:schemeClr val="bg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0" y="1152144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Code/JetBrains Claude Code extensions ran a local WebSocket server with NO origin validation. Any webpage could connect and read arbitrary local files — including source code, API keys, and credentials.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80160" y="193852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Patched: June 24, 2025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395728"/>
            <a:ext cx="841248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70048"/>
            <a:ext cx="640080" cy="640080"/>
          </a:xfrm>
          <a:prstGeom prst="ellipse">
            <a:avLst/>
          </a:prstGeom>
          <a:solidFill>
            <a:srgbClr val="F59E0B">
              <a:alpha val="2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70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2450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27249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CVE-2025-59536 (CVSS 8.7)</a:t>
            </a:r>
            <a:endParaRPr lang="en-US" sz="950" dirty="0">
              <a:solidFill>
                <a:schemeClr val="bg2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14800" y="2450592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via malicious code comments causes Claude to miss real vulnerabilities (false negatives). CVE-2025-59536 allowed Remote Code Execution via crafted project configuration files.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80160" y="3236976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Human approval required for all patches.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694176"/>
            <a:ext cx="841248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68496"/>
            <a:ext cx="640080" cy="640080"/>
          </a:xfrm>
          <a:prstGeom prst="ellipse">
            <a:avLst/>
          </a:prstGeom>
          <a:solidFill>
            <a:srgbClr val="7C3AED">
              <a:alpha val="2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684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40233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CVE-2026-21852 (CVSS 5.3)</a:t>
            </a:r>
            <a:endParaRPr lang="en-US" sz="950" dirty="0">
              <a:solidFill>
                <a:schemeClr val="bg2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114800" y="374904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Security requires Anthropic's cloud API — any outage, rate limit, or firewall block makes it unavailable. CVE-2026-21852 allowed API key exfiltration before the user saw a trust dialog.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280160" y="453542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Cannot be the only check in the pipeline.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Both — As Complementary Layers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920240" cy="1508760"/>
          </a:xfrm>
          <a:prstGeom prst="rect">
            <a:avLst/>
          </a:prstGeom>
          <a:solidFill>
            <a:srgbClr val="1C23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1920240" cy="27432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SAST Scan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/ CodeQL / Semgrep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deterministic, syntactic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0" y="1847088"/>
            <a:ext cx="22860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097280"/>
            <a:ext cx="1920240" cy="1508760"/>
          </a:xfrm>
          <a:prstGeom prst="rect">
            <a:avLst/>
          </a:prstGeom>
          <a:solidFill>
            <a:srgbClr val="1C233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097280"/>
            <a:ext cx="1920240" cy="274320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1155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Gate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06040" y="14173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Post-Filter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17373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false positives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~68% down to ~6%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34840" y="1847088"/>
            <a:ext cx="22860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097280"/>
            <a:ext cx="1920240" cy="1508760"/>
          </a:xfrm>
          <a:prstGeom prst="rect">
            <a:avLst/>
          </a:prstGeom>
          <a:solidFill>
            <a:srgbClr val="1C23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097280"/>
            <a:ext cx="1920240" cy="27432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1155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Pre-Release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14173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17373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audit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Logic-level bug detection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83680" y="1847088"/>
            <a:ext cx="22860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097280"/>
            <a:ext cx="1920240" cy="1508760"/>
          </a:xfrm>
          <a:prstGeom prst="rect">
            <a:avLst/>
          </a:prstGeom>
          <a:solidFill>
            <a:srgbClr val="1C23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12280" y="1097280"/>
            <a:ext cx="1920240" cy="27432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11155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Patches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03720" y="14173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Review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17373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any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is applied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27432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Estimated Coverage on 100 Vulnerabilities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090672"/>
            <a:ext cx="84124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108960"/>
            <a:ext cx="39319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Configuration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89120" y="3108960"/>
            <a:ext cx="146304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Positives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0" y="3108960"/>
            <a:ext cx="12801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 Rate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0" y="3108960"/>
            <a:ext cx="146304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364992"/>
            <a:ext cx="8412480" cy="457200"/>
          </a:xfrm>
          <a:prstGeom prst="rect">
            <a:avLst/>
          </a:prstGeom>
          <a:solidFill>
            <a:srgbClr val="1C2333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4107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only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89120" y="34107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0" y="34107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0" y="34107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3867912"/>
            <a:ext cx="8412480" cy="457200"/>
          </a:xfrm>
          <a:prstGeom prst="rect">
            <a:avLst/>
          </a:prstGeom>
          <a:solidFill>
            <a:srgbClr val="111827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913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+ LLM Filter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89120" y="3913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0" y="39136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15200" y="3913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4370832"/>
            <a:ext cx="8412480" cy="457200"/>
          </a:xfrm>
          <a:prstGeom prst="rect">
            <a:avLst/>
          </a:prstGeom>
          <a:solidFill>
            <a:srgbClr val="1C2333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416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+ LLM + Claude Code ★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389120" y="44165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43600" y="44165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15200" y="44165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52% ↑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463040" cy="201168"/>
          </a:xfrm>
          <a:prstGeom prst="roundRect">
            <a:avLst>
              <a:gd name="adj" fmla="val 22727"/>
            </a:avLst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Neither Tool Is Enough Alone.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02336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F59E0B"/>
            </a:solidFill>
            <a:prstDash val="solid"/>
          </a:ln>
          <a:effectLst>
            <a:outerShdw blurRad="127000" dist="50800" dir="16200000" algn="bl" rotWithShape="0">
              <a:srgbClr val="F59E0B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80160"/>
            <a:ext cx="40233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44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SAST is Fast &amp; Reliable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auditable, free — catches syntactic bugs on every commit. Essential baseline.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16200000" algn="bl" rotWithShape="0">
              <a:srgbClr val="00D4FF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80160"/>
            <a:ext cx="402336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444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LLMs Fill the Semantic Gap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178308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Security catches logic-level flaws (IDOR, auth bypass) that SAST structurally cannot.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02336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10B981"/>
            </a:solidFill>
            <a:prstDash val="solid"/>
          </a:ln>
          <a:effectLst>
            <a:outerShdw blurRad="127000" dist="50800" dir="16200000" algn="bl" rotWithShape="0">
              <a:srgbClr val="10B981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40233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363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Both Together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34747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pipeline: SAST on commits → LLM filter at PR → Claude Code pre-release. Coverage: 39% → 52%.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402336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EF4444"/>
            </a:solidFill>
            <a:prstDash val="solid"/>
          </a:ln>
          <a:effectLst>
            <a:outerShdw blurRad="127000" dist="50800" dir="16200000" algn="bl" rotWithShape="0">
              <a:srgbClr val="EF4444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71800"/>
            <a:ext cx="40233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1363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 Be Aware of LLM Limits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00600" y="34747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FPR, non-deterministic, real CVEs (CVSS 8.8). Never remove human review from the pipeline.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681728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480560"/>
            <a:ext cx="2743200" cy="27432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4480560"/>
            <a:ext cx="274320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2371"/>
            <a:ext cx="8229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</a:t>
            </a:r>
            <a:r>
              <a:rPr lang="en-US" sz="66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61201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3119511"/>
            <a:ext cx="274320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091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Security vs. Traditional SAST — A Comparative Analysis of AI-Based and Rule-Based Vulnerability Detection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1188</Words>
  <Application>Microsoft Office PowerPoint</Application>
  <PresentationFormat>On-screen Show (16:9)</PresentationFormat>
  <Paragraphs>268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Security vs Traditional SAST</dc:title>
  <dc:subject>PptxGenJS Presentation</dc:subject>
  <dc:creator>PptxGenJS</dc:creator>
  <cp:lastModifiedBy>Mariam Qadeem</cp:lastModifiedBy>
  <cp:revision>3</cp:revision>
  <dcterms:created xsi:type="dcterms:W3CDTF">2026-04-19T16:45:49Z</dcterms:created>
  <dcterms:modified xsi:type="dcterms:W3CDTF">2026-04-19T16:53:37Z</dcterms:modified>
</cp:coreProperties>
</file>